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欢迎来到配置驱动UI开发第一周。本周目标：理解配置驱动，设计Spec协议，实现Form/Table自动渲染。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今天议程：从理念到协议，再到引擎实现和避坑，最后实战。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四个目标：理解理念、约定协议、实现引擎、掌握映射，构成最小闭环。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传统做法在template里写死组件，配置驱动把UI抽象成数据，渲染引擎动态生成。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Spec分form和table两大分支，共享字段体系，可串联成筛选列表页。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ComponentMap是组件字典，配置中type字段查字典获取组件，扩展成本极低。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resolveComponent必须做兜底，找不到组件返回UnknownField并warn，避免白屏。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FormRenderer遍历fields，动态加载组件，v-bind/v-model绑定数据，Json改变立即更新界面。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三个必踩坑：formData预初始化、type字符串匹配、组件注册方式。记住可省80%调试时间。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实战：开发DateField，注册映射，修改Spec验证FormRenderer能否正确渲染。20分钟。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本周完成从零搭建JSON驱动表单引擎。下周扩展表格渲染和联动。下课。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0D2E8"/>
                </a:solidFill>
                <a:latin typeface="微软雅黑"/>
              </a:defRPr>
            </a:pPr>
            <a:r>
              <a:t>配置驱动 UI 开发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Spec 协议 · 组件映射 · 表单/表格自动渲染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B6CB0"/>
                </a:solidFill>
                <a:latin typeface="微软雅黑"/>
              </a:defRPr>
            </a:pPr>
            <a:r>
              <a:t>前端架构进阶训练营 | 科技引领研发效能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目录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01  Week1 目标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02  什么是配置驱动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03  Spec 协议设计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04  ComponentMap 机制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05  FormRenderer 核心实现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06  避坑指南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微软雅黑"/>
              </a:defRPr>
            </a:pPr>
            <a:r>
              <a:t>· 07  实战任务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Week1 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2377440" cy="2011680"/>
          </a:xfrm>
          <a:prstGeom prst="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E8"/>
                </a:solidFill>
                <a:latin typeface="微软雅黑"/>
              </a:defRPr>
            </a:pPr>
            <a:r>
              <a:t>📖 理解配置驱动</a:t>
            </a:r>
          </a:p>
          <a:p>
            <a:pPr>
              <a:defRPr sz="1400">
                <a:solidFill>
                  <a:srgbClr val="FFFFFF"/>
                </a:solidFill>
                <a:latin typeface="微软雅黑"/>
              </a:defRPr>
            </a:pPr>
            <a:r>
              <a:t>数据描述UI，告别模板硬编码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286000"/>
            <a:ext cx="2377440" cy="2011680"/>
          </a:xfrm>
          <a:prstGeom prst="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E8"/>
                </a:solidFill>
                <a:latin typeface="微软雅黑"/>
              </a:defRPr>
            </a:pPr>
            <a:r>
              <a:t>📐 设计Spec协议</a:t>
            </a:r>
          </a:p>
          <a:p>
            <a:pPr>
              <a:defRPr sz="1400">
                <a:solidFill>
                  <a:srgbClr val="FFFFFF"/>
                </a:solidFill>
                <a:latin typeface="微软雅黑"/>
              </a:defRPr>
            </a:pPr>
            <a:r>
              <a:t>标准化form/table配置结构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286000"/>
            <a:ext cx="2377440" cy="2011680"/>
          </a:xfrm>
          <a:prstGeom prst="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E8"/>
                </a:solidFill>
                <a:latin typeface="微软雅黑"/>
              </a:defRPr>
            </a:pPr>
            <a:r>
              <a:t>🖥️ 实现渲染引擎</a:t>
            </a:r>
          </a:p>
          <a:p>
            <a:pPr>
              <a:defRPr sz="1400">
                <a:solidFill>
                  <a:srgbClr val="FFFFFF"/>
                </a:solidFill>
                <a:latin typeface="微软雅黑"/>
              </a:defRPr>
            </a:pPr>
            <a:r>
              <a:t>FormRenderer与TableRenderer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2286000"/>
            <a:ext cx="2377440" cy="2011680"/>
          </a:xfrm>
          <a:prstGeom prst="rect">
            <a:avLst/>
          </a:prstGeom>
          <a:solidFill>
            <a:srgbClr val="232B3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E8"/>
                </a:solidFill>
                <a:latin typeface="微软雅黑"/>
              </a:defRPr>
            </a:pPr>
            <a:r>
              <a:t>🧩 掌握componentMap</a:t>
            </a:r>
          </a:p>
          <a:p>
            <a:pPr>
              <a:defRPr sz="1400">
                <a:solidFill>
                  <a:srgbClr val="FFFFFF"/>
                </a:solidFill>
                <a:latin typeface="微软雅黑"/>
              </a:defRPr>
            </a:pPr>
            <a:r>
              <a:t>type-组件映射与兜底策略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什么是配置驱动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/>
              </a:defRPr>
            </a:pPr>
            <a:r>
              <a:t>旧模式：模板硬编码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· 每页重复开发</a:t>
            </a:r>
            <a:br/>
            <a:r>
              <a:t>· 字段与UI强耦合</a:t>
            </a:r>
            <a:br/>
            <a:r>
              <a:t>· 变更需修改代码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新模式：数据即UI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· 一份Spec驱动多种视图</a:t>
            </a:r>
            <a:br/>
            <a:r>
              <a:t>· JSON配置：{type:"input",label:"姓名"}</a:t>
            </a:r>
            <a:br/>
            <a:r>
              <a:t>· 灵活性与自动化倍增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Spec 协议设计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E8"/>
                </a:solidFill>
                <a:latin typeface="微软雅黑"/>
              </a:defRPr>
            </a:pPr>
            <a:r>
              <a:t>form 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{ fields: [{ type: 'input', label: '姓名', key: 'name' }]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E8"/>
                </a:solidFill>
                <a:latin typeface="微软雅黑"/>
              </a:defRPr>
            </a:pPr>
            <a:r>
              <a:t>table 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{ columns: [{ key: 'name', title: '姓名' }], dataSource: [...]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6CB0"/>
                </a:solidFill>
                <a:latin typeface="微软雅黑"/>
              </a:defRPr>
            </a:pPr>
            <a:r>
              <a:t>核心原则：一份 JSON 驱动页面全部交互元素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ComponentMap 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E8"/>
                </a:solidFill>
                <a:latin typeface="微软雅黑"/>
              </a:defRPr>
            </a:pPr>
            <a:r>
              <a:t>type → 组件映射表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input → ElInput</a:t>
            </a:r>
            <a:br/>
            <a:r>
              <a:t>select → ElSelect</a:t>
            </a:r>
            <a:br/>
            <a:r>
              <a:t>date → DateField</a:t>
            </a:r>
            <a:br/>
            <a:r>
              <a:t>table → ElTable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统一管理组件 · 解耦配置与实现</a:t>
            </a:r>
            <a:br/>
            <a:r>
              <a:t>扩展只需注册，引擎无需改动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resolveComponent 兜底流程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1. 输入 type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2. 查找 componentMap[type]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3. 找到? → 返回组件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4. 未找到 → 有兜底组件?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5. 有 → 返回兜底组件 (UnknownField)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6. 无 → console.warn + 渲染空节点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微软雅黑"/>
              </a:defRPr>
            </a:pPr>
            <a:r>
              <a:t>⚠ 生产环境严禁直接崩溃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FormRenderer 核心实现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&lt;component</a:t>
            </a:r>
            <a:br/>
            <a:r>
              <a:t>  :is="resolveComponent(field.type)"</a:t>
            </a:r>
            <a:br/>
            <a:r>
              <a:t>  v-bind="field.props"</a:t>
            </a:r>
            <a:br/>
            <a:r>
              <a:t>  v-model="formData[field.key]"</a:t>
            </a:r>
            <a:br/>
            <a:r>
              <a:t>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动态组件 &lt;component :is&gt;</a:t>
            </a:r>
            <a:br/>
            <a:r>
              <a:t>v-bind 透传配置</a:t>
            </a:r>
            <a:br/>
            <a:r>
              <a:t>v-model 双向绑定</a:t>
            </a:r>
            <a:br/>
            <a:r>
              <a:t>响应式数据驱动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8C00"/>
                </a:solidFill>
                <a:latin typeface="微软雅黑"/>
              </a:defRPr>
            </a:pPr>
            <a:r>
              <a:t>避坑指南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/>
              </a:defRPr>
            </a:pPr>
            <a:r>
              <a:t>坑1·响应式初始化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formData必须基于Spec的key用reactive预初始化，空对象会导致v-model失效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/>
              </a:defRPr>
            </a:pPr>
            <a:r>
              <a:t>坑2·type严格一致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ComponentMap的key与Spec中的type必须完全一致，区分大小写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微软雅黑"/>
              </a:defRPr>
            </a:pPr>
            <a:r>
              <a:t>坑3·组件必须注册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&lt;component :is&gt;只认本地映射表，全局注册无效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实战任务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1. 开发DateField组件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实现日期选择器，支持v-model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2. 注册componentMap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添加'date': DateField映射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E8"/>
                </a:solidFill>
                <a:latin typeface="微软雅黑"/>
              </a:defRPr>
            </a:pPr>
            <a:r>
              <a:t>3. 修改Spec验证渲染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/>
              </a:defRPr>
            </a:pPr>
            <a:r>
              <a:t>包含type:'date'的字段，观察UI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6CB0"/>
                </a:solidFill>
                <a:latin typeface="微软雅黑"/>
              </a:defRPr>
            </a:pPr>
            <a:r>
              <a:t>验收：修改Spec中日期字段props，UI联动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2E8"/>
                </a:solidFill>
                <a:latin typeface="微软雅黑"/>
              </a:defRPr>
            </a:pPr>
            <a:r>
              <a:t>本周能力树 ·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2E8"/>
                </a:solidFill>
                <a:latin typeface="微软雅黑"/>
              </a:defRPr>
            </a:pPr>
            <a:r>
              <a:t>已掌握节点（亮色）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配置驱动理念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Spec 协议设计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ComponentMap 映射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FormRenderer 引擎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微软雅黑"/>
              </a:defRPr>
            </a:pPr>
            <a:r>
              <a:t>· 三大避坑要点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6CB0"/>
                </a:solidFill>
                <a:latin typeface="微软雅黑"/>
              </a:defRPr>
            </a:pPr>
            <a:r>
              <a:t>下周预告：扩展TableRenderer和表单联动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